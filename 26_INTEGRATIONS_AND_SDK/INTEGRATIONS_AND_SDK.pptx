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SUPERVISION | Category: SURVEILLANCE_CAMERA</a:t>
            </a:r>
          </a:p>
          <a:p>
            <a:r>
              <a:rPr sz="1400"/>
              <a:t>Upstream: https://github.com/roboflow/supervision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SUPERVISION.</a:t>
            </a:r>
          </a:p>
          <a:p>
            <a:r>
              <a:rPr sz="1400"/>
              <a:t>Reusable CV tools including camera zone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SUPERVISION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